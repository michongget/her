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NOTES_MARKER_733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alpha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PPTX_MARKER_732 中文幻灯片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20df5250c88811f1bbea8bae3bea8aae" pid="2" fmtid="{D5CDD505-2E9C-101B-9397-08002B2CF9AE}">
    <vt:lpwstr>CWMnllF5t8Ne/jLLX/D9J7CqAMeoS+nIEO1VzMg0XnDYrjLwiicpRy0T9P/AQcroMCBVUVShTArnhjRXxUxxyi7MA==</vt:lpwstr>
  </property>
</Properties>
</file>